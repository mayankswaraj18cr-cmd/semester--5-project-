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64008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64008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46304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46304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46304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228600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228600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317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ROUTE OPTIMIZER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41248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Dijkstra's Algorithm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41248" y="3886200"/>
            <a:ext cx="2926080" cy="0"/>
          </a:xfrm>
          <a:prstGeom prst="line">
            <a:avLst/>
          </a:prstGeom>
          <a:noFill/>
          <a:ln w="19050">
            <a:solidFill>
              <a:srgbClr val="1C8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069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Analysis of Algorithms (DAA)  •  Algorithm Optimization Project  •  Intermediate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GSSIPU  •  Semester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 a system that finds the shortest route between network nodes using Dijkstra's Algorithm — applicable to internet routing, GPS navigation, transportation, and communication systems.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971800"/>
            <a:ext cx="347472" cy="347472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286207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 Routing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3136392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packet paths across routers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813048"/>
            <a:ext cx="347472" cy="347472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813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3703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 Navigation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07008" y="397764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road routes between locations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471416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654296"/>
            <a:ext cx="347472" cy="347472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654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45445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 Networks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07008" y="481888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transit and delivery paths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495544"/>
            <a:ext cx="347472" cy="347472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495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538581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Systems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07008" y="566013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signal routing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417320"/>
            <a:ext cx="4251960" cy="4709160"/>
          </a:xfrm>
          <a:prstGeom prst="rect">
            <a:avLst>
              <a:gd name="adj" fmla="val 1720"/>
            </a:avLst>
          </a:prstGeom>
          <a:solidFill>
            <a:srgbClr val="162C5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Path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80960" y="2514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network with multiple possible routes between two points, find the path with minimum total cost.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3429000"/>
            <a:ext cx="35661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mean: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3977640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32" name="Text 30"/>
          <p:cNvSpPr/>
          <p:nvPr/>
        </p:nvSpPr>
        <p:spPr>
          <a:xfrm>
            <a:off x="7909560" y="38679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distance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80960" y="4361688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34" name="Text 32"/>
          <p:cNvSpPr/>
          <p:nvPr/>
        </p:nvSpPr>
        <p:spPr>
          <a:xfrm>
            <a:off x="7909560" y="4251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cost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680960" y="4745736"/>
            <a:ext cx="82296" cy="82296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4636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route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680960" y="5257800"/>
            <a:ext cx="35661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Solved by: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0" y="5715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Dijkstra's Algorithm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Route Optimizer  •  Design and Analysis of Algorithms  •  GSSIPU Semester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Graph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480560"/>
          </a:xfrm>
          <a:prstGeom prst="rect">
            <a:avLst>
              <a:gd name="adj" fmla="val 1633"/>
            </a:avLst>
          </a:prstGeom>
          <a:solidFill>
            <a:srgbClr val="0A1220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2761488"/>
            <a:ext cx="3291840" cy="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93008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29968" y="2761488"/>
            <a:ext cx="0" cy="237744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3785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21808" y="2761488"/>
            <a:ext cx="0" cy="237744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1536" y="3785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29968" y="5138928"/>
            <a:ext cx="3291840" cy="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377440"/>
            <a:ext cx="768096" cy="768096"/>
          </a:xfrm>
          <a:prstGeom prst="ellipse">
            <a:avLst/>
          </a:prstGeom>
          <a:solidFill>
            <a:srgbClr val="DCEF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3774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2377440"/>
            <a:ext cx="768096" cy="768096"/>
          </a:xfrm>
          <a:prstGeom prst="ellipse">
            <a:avLst/>
          </a:prstGeom>
          <a:solidFill>
            <a:srgbClr val="DCEF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774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45920" y="4754880"/>
            <a:ext cx="768096" cy="768096"/>
          </a:xfrm>
          <a:prstGeom prst="ellipse">
            <a:avLst/>
          </a:prstGeom>
          <a:solidFill>
            <a:srgbClr val="DCEF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47548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4754880"/>
            <a:ext cx="768096" cy="768096"/>
          </a:xfrm>
          <a:prstGeom prst="ellipse">
            <a:avLst/>
          </a:prstGeom>
          <a:solidFill>
            <a:srgbClr val="DCEF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47548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9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Goal: find the shortest path from A to 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WEIGHTS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2011680"/>
            <a:ext cx="466344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0116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32720" y="201168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49440" y="2578608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25786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0" y="257860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49440" y="3145536"/>
            <a:ext cx="466344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31455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32720" y="314553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49440" y="3712464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37124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32720" y="371246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49440" y="4343400"/>
            <a:ext cx="4663440" cy="1691640"/>
          </a:xfrm>
          <a:prstGeom prst="rect">
            <a:avLst>
              <a:gd name="adj" fmla="val 3784"/>
            </a:avLst>
          </a:prstGeom>
          <a:solidFill>
            <a:srgbClr val="DCEFF5"/>
          </a:solidFill>
          <a:ln w="9525">
            <a:solidFill>
              <a:srgbClr val="1C8A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possible routes A → D: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178040" y="48006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B:  4 + 5 = 9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178040" y="5120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C:  2 + 1 = 3  ✓ shorter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178040" y="54681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discovers this automatically.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Route Optimizer  •  Design and Analysis of Algorithms  •  GSSIPU Semester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Dijkstra's Algorithm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2514600" cy="2377440"/>
          </a:xfrm>
          <a:prstGeom prst="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8196" y="2057400"/>
            <a:ext cx="548640" cy="5486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6" name="Text 4"/>
          <p:cNvSpPr/>
          <p:nvPr/>
        </p:nvSpPr>
        <p:spPr>
          <a:xfrm>
            <a:off x="156819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2376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32004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= 0, all other nodes = ∞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9816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798C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19856" y="1828800"/>
            <a:ext cx="2514600" cy="2377440"/>
          </a:xfrm>
          <a:prstGeom prst="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2836" y="2057400"/>
            <a:ext cx="548640" cy="5486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2" name="Text 10"/>
          <p:cNvSpPr/>
          <p:nvPr/>
        </p:nvSpPr>
        <p:spPr>
          <a:xfrm>
            <a:off x="440283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57016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Minimum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2736" y="32004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unvisited node with smallest distance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34456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798C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4496" y="1828800"/>
            <a:ext cx="2514600" cy="2377440"/>
          </a:xfrm>
          <a:prstGeom prst="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37476" y="2057400"/>
            <a:ext cx="548640" cy="5486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8" name="Text 16"/>
          <p:cNvSpPr/>
          <p:nvPr/>
        </p:nvSpPr>
        <p:spPr>
          <a:xfrm>
            <a:off x="723747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91656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Neighbors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7376" y="32004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Relax distances through the current node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69096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798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89136" y="1828800"/>
            <a:ext cx="2514600" cy="2377440"/>
          </a:xfrm>
          <a:prstGeom prst="rect">
            <a:avLst>
              <a:gd name="adj" fmla="val 3846"/>
            </a:avLst>
          </a:prstGeom>
          <a:solidFill>
            <a:srgbClr val="162C56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72116" y="2057400"/>
            <a:ext cx="548640" cy="5486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24" name="Text 22"/>
          <p:cNvSpPr/>
          <p:nvPr/>
        </p:nvSpPr>
        <p:spPr>
          <a:xfrm>
            <a:off x="1007211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26296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72016" y="32004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DC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 until all nodes are visited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1064240" cy="1417320"/>
          </a:xfrm>
          <a:prstGeom prst="rect">
            <a:avLst>
              <a:gd name="adj" fmla="val 3871"/>
            </a:avLst>
          </a:prstGeom>
          <a:solidFill>
            <a:srgbClr val="DCEFF5"/>
          </a:solidFill>
          <a:ln w="9525">
            <a:solidFill>
              <a:srgbClr val="1C8A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00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strategy: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every step, Dijkstra commits to the closest unvisited node — this greedy choice is provably optimal because all edge weights are non-negative, so no undiscovered path could ever be shorter than what's already finalized.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Route Optimizer  •  Design and Analysis of Algorithms  •  GSSIPU Semester 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Trace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162C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747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0976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106424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011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2011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0" y="2011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57860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786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visiting 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5786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5786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25786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0" y="25786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145536"/>
            <a:ext cx="1106424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4553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visiting 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1455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1455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31455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9760" y="31455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712464"/>
            <a:ext cx="11064240" cy="566928"/>
          </a:xfrm>
          <a:prstGeom prst="rect">
            <a:avLst/>
          </a:prstGeom>
          <a:solidFill>
            <a:srgbClr val="DFF3E4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1246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visiting D (final)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37124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37124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0" y="37124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09760" y="37124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553712"/>
            <a:ext cx="11064240" cy="1188720"/>
          </a:xfrm>
          <a:prstGeom prst="rect">
            <a:avLst>
              <a:gd name="adj" fmla="val 5385"/>
            </a:avLst>
          </a:prstGeom>
          <a:solidFill>
            <a:srgbClr val="DFF3E4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71830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Shortest Path A → C → 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22960" y="51023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Cost = 3   (cheaper than A → B → D, which costs 9)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Route Optimizer  •  Design and Analysis of Algorithms  •  GSSIPU Semester 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Logic &amp; Complexity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309360" cy="4709160"/>
          </a:xfrm>
          <a:prstGeom prst="rect">
            <a:avLst>
              <a:gd name="adj" fmla="val 1359"/>
            </a:avLst>
          </a:prstGeom>
          <a:solidFill>
            <a:srgbClr val="0D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dist[4]={0,999,999,999};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940357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visited[4]={false};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189074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37790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for(int i=0;i&lt;4;i++)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86507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min=999,u;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35224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for(int j=0;j&lt;4;j++)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183941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if(!visited[j] &amp;&amp;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432658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dist[j]&lt;min){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681374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min=dist[j]; u=j;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930091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178808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visited[u]=true;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427525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67624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for(int v=0;v&lt;4;v++)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924958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if(graph[u][v] &amp;&amp;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5173675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dist[u]+graph[u][v]&lt;dist[v])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542239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dist[v]=dist[u]+graph[u][v];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671109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8660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COMPLEXITY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1920240"/>
            <a:ext cx="4526280" cy="777240"/>
          </a:xfrm>
          <a:prstGeom prst="rect">
            <a:avLst>
              <a:gd name="adj" fmla="val 823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011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Array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0" y="23042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O(V²)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86600" y="2834640"/>
            <a:ext cx="4526280" cy="777240"/>
          </a:xfrm>
          <a:prstGeom prst="rect">
            <a:avLst>
              <a:gd name="adj" fmla="val 823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926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Queue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0" y="32186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O((V+E) log V)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086600" y="3886200"/>
            <a:ext cx="4526280" cy="2148840"/>
          </a:xfrm>
          <a:prstGeom prst="rect">
            <a:avLst>
              <a:gd name="adj" fmla="val 3404"/>
            </a:avLst>
          </a:prstGeom>
          <a:solidFill>
            <a:srgbClr val="162C5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4069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438912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requires non-negative edge weights. A negative edge can cause a node's distance to be finalized too early, before a cheaper path is discovered. Graphs with negative edges need Bellman-Ford instead.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Route Optimizer  •  Design and Analysis of Algorithms  •  GSSIPU Semester 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RELEVANCE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1C8A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Maps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optimization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1C8AA8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 Routing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Packet transmission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1C8AA8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0184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 Systems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0184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travel paths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rect">
            <a:avLst>
              <a:gd name="adj" fmla="val 14000"/>
            </a:avLst>
          </a:prstGeom>
          <a:solidFill>
            <a:srgbClr val="1C8AA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Companies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optimization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84048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69080"/>
            <a:ext cx="457200" cy="457200"/>
          </a:xfrm>
          <a:prstGeom prst="rect">
            <a:avLst>
              <a:gd name="adj" fmla="val 14000"/>
            </a:avLst>
          </a:prstGeom>
          <a:solidFill>
            <a:srgbClr val="1C8AA8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53712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Cities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Route Optimizer  •  Design and Analysis of Algorithms  •  GSSIPU Semester 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463040"/>
          </a:xfrm>
          <a:prstGeom prst="rect">
            <a:avLst>
              <a:gd name="adj" fmla="val 5000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Network Route Optimizer was successfully developed using Dijkstra's Algorithm, calculating the shortest path between nodes and demonstrating practical applications of graph algorithms in networking and navigation.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91440" cy="914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770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Theory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70832"/>
            <a:ext cx="91440" cy="914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611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Graphs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91440" cy="914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451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Path Problems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38928"/>
            <a:ext cx="91440" cy="914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Dijkstra's Algorithm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522976"/>
            <a:ext cx="91440" cy="91440"/>
          </a:xfrm>
          <a:prstGeom prst="ellipse">
            <a:avLst/>
          </a:prstGeom>
          <a:solidFill>
            <a:srgbClr val="1C8AA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13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Optimization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Route Optimizer Using Dijkstra's Algorithm — DAA Mini 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  |  GSSIPU Semester 5  |  github.com/mayankswaraj18cr-cmd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2026-08-19T06:10:32Z</dcterms:created>
  <dcterms:modified xsi:type="dcterms:W3CDTF">2026-08-19T06:10:32Z</dcterms:modified>
</cp:coreProperties>
</file>